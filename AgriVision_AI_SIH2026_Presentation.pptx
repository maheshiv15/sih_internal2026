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1  |  PRODUCTION PLATFORM DEPLOYED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AgriVision AI (Production Platform)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Unified AI Agri-Vision &amp; Veterinary Clinical Diagnostic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Smart India Hackathon 2026 Candidate - IIT Jodhpur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Problem Statement 1: Software Domain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Lead Presenter: Assistant Nursing Superintendent (AIIMS Jodhpur) &amp; MMT Scholar (IIT Jodhpur)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Live Product Status: Fully Deployed Working Product on Vercel &amp; 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_page_english_17866404195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AgriVision AI Platform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2  |  PROBLEM &amp; RURAL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The Rural Challenge: Fragmented Care &amp;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Why 120M+ Indian Farmers Suffer Severe Annual Losses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728655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628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Separated Systems: Farmers rely on fragmented crop tools with ZERO digital diagnostic systems for livestock.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Acute Specialist Deficit: Severe shortage of rural agronomists &amp; vets (1 veterinarian per 15,000+ livestock in India).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Catastrophic Shocks: Lumpy Skin Disease &amp; fungal crop blights devastate family incomes within 48 hours.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AgriVision AI Platform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3  |  CORE INNOVATION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The Solution: Unified Dual-Domain AI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Single Digital Gateway for Crop Pathology + Livestock Clinical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Integrated Doorway: Crop disease detection AND livestock health triage in ONE intuitive interface.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AIIMS Clinical Triage Protocol: Adapting medical emergency triage scoring to animal epidemiology.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Hybrid AI Engine: Real-time Multimodal Neural Vision AI + Offline Rural Field Fallback.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_page_english_17866404195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AgriVision AI Platform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4  |  CROP AI PATHOLOGY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Live Crop Pathology &amp; ICAR Dosage Calculator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Multi-Image Selection, Live Camera Stream &amp; AI Heatmap Overlay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Multi-Angle Photo Inspection: Upload up to 5 leaf photos or capture live stream via Mobile/Webcam.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AI Pathology Heatmap: Visual bounding overlay pinpointing exact leaf lesions and fungal spores.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ICAR Dosage Calculator: Computes exact chemical spray grams/liters &amp; tank refills based on land area.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_page_english_17866404195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AgriVision AI Platform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5  |  LIVESTOCK TRIAGE &amp; DIGITAL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Livestock Emergency Health Triage &amp;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AIIMS Nursing Triage Protocol + 1-Click Sync to Digital Herd Ledger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Animal Lesion &amp; Symptom Triage: Evaluates cattle, cow, buffalo, goat, &amp; poultry for FMD, Lumpy Skin, &amp; Mastitis.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Emergency Action &amp; Vet SOS: Displays Tier-1 emergency steps &amp; direct call button for 1962 Helpline.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1-Click Digital Ledger Sync: Automatically logs diagnoses and treatments into Farm &amp; Herd Ledger.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vestock_triage_17866404301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AgriVision AI Platform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6  |  ACCESSIBILITY &amp; VOICE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Multilingual Audio Doctor &amp; Conversational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Natural Voice Assistance in Hindi, English, and Marwari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Conversational Text-To-Speech: Reads out treatment protocols in natural Hindi, English, &amp; Marwari.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Smart Intent Chatbot: Responds intelligently to Hinglish queries ('meri gaay chara nahi kha rahi he', 'chhale/laar').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A4 PDF Official Certificate: Generates downloadable single-page official diagnostic reports with seal.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dvisory_alerts_17866404491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AgriVision AI Platform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7  |  COMPETITIVE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Clinical Rigor Applied to Agriculture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Unique Competitive Advantage of AIIMS &amp; IIT Jodhpur Leadership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Medical Triage Precision: Clinical diagnostic workflows applied directly to animal &amp; crop pathology.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Zero False-Negative Goal: Minimizes diagnostic errors in critical infectious outbreaks.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Rural-First UX Design: High-contrast responsive design, large touch targets, and low-bandwidth 2G mode 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rm_ledger_1786640439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AgriVision AI Platform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8  |  EPIDEMIC SURVEILLANCE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GIS Outbreak Radar &amp; KVK Early Warning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Epidemic Surveillance &amp; Proactive Outbreak Containment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District Outbreak Heatmap: Real-time telemetry tracking pest/pathogen cases across Western Rajasthan.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Proactive Radius Alerts: Sends SMS/Voice alerts when Lumpy Skin or Fungal Blight is detected within 15 km.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Prevents Local Spikes: Enables KVKs and animal husbandry departments to halt regional epidemics early.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dvisory_alerts_17866404491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AgriVision AI Platform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9  |  PRODUCTION STACK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Live Production Stack &amp; Deployment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Fully Built, Tested &amp; Deployed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Production Stack: React 18, Vite, Vanilla CSS, Lucide Icons, Canvas API, WebRTC MediaDevices.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AI Services: Multimodal Neural Vision Model API + Local Edge Diagnostics Engine.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Live Deployment: Hosted live on Vercel with automatic GitHub CI/CD integration.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rm_ledger_1786640439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AgriVision AI Platform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10  |  CONCLUSION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Summary &amp; Call to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Ready for SIH 2026 Internal Hackathon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100% Mandate Fulfilled: Crop AI, Livestock Triage, Farm Records, Advisory Services, &amp; Outbreak Radar in one app.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Fully Functional Live Product: Tested with real crop leaves, cattle lesion photos, and multi-lingual voice audio.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Thank You! Team AgriVision AI (IIT Jodhpur) is Ready for Evaluator Q&amp;A &amp; Live Demonstration.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_page_english_17866404195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AgriVision AI Platform  •  SIH 2026 Internal Hackathon  •  IIT Jodhpur &amp; AIIMS Jodhpur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