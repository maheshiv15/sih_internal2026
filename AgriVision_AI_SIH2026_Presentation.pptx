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0B981"/>
                </a:solidFill>
              </a:defRPr>
            </a:pPr>
            <a:r>
              <a:t>SLIDE 1 | PRODUCTION PLATFORM DEPLOYED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AgriVision AI (Production Platform)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698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34D399"/>
                </a:solidFill>
              </a:defRPr>
            </a:pPr>
            <a:r>
              <a:t>Unified AI Agri-Vision &amp; Veterinary Clinical Diagnostic System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011680"/>
            <a:ext cx="5303520" cy="4297680"/>
          </a:xfrm>
          <a:prstGeom prst="roundRect">
            <a:avLst/>
          </a:prstGeom>
          <a:solidFill>
            <a:srgbClr val="111C34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194560"/>
            <a:ext cx="49377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400"/>
              </a:spcAft>
              <a:defRPr sz="1400">
                <a:solidFill>
                  <a:srgbClr val="F3F4F6"/>
                </a:solidFill>
              </a:defRPr>
            </a:pPr>
            <a:r>
              <a:t>• Smart India Hackathon 2026 Candidate - IIT Jodhpur</a:t>
            </a:r>
          </a:p>
          <a:p>
            <a:pPr>
              <a:lnSpc>
                <a:spcPct val="120000"/>
              </a:lnSpc>
              <a:spcAft>
                <a:spcPts val="1400"/>
              </a:spcAft>
              <a:defRPr sz="1400">
                <a:solidFill>
                  <a:srgbClr val="F3F4F6"/>
                </a:solidFill>
              </a:defRPr>
            </a:pPr>
            <a:r>
              <a:t>• Problem Statement 1: Software Domain</a:t>
            </a:r>
          </a:p>
          <a:p>
            <a:pPr>
              <a:lnSpc>
                <a:spcPct val="120000"/>
              </a:lnSpc>
              <a:spcAft>
                <a:spcPts val="1400"/>
              </a:spcAft>
              <a:defRPr sz="1400">
                <a:solidFill>
                  <a:srgbClr val="F3F4F6"/>
                </a:solidFill>
              </a:defRPr>
            </a:pPr>
            <a:r>
              <a:t>• Lead Presenter: Assistant Nursing Superintendent (AIIMS Jodhpur) &amp; MMT Scholar (IIT Jodhpur)</a:t>
            </a:r>
          </a:p>
          <a:p>
            <a:pPr>
              <a:lnSpc>
                <a:spcPct val="120000"/>
              </a:lnSpc>
              <a:spcAft>
                <a:spcPts val="1400"/>
              </a:spcAft>
              <a:defRPr sz="1400">
                <a:solidFill>
                  <a:srgbClr val="F3F4F6"/>
                </a:solidFill>
              </a:defRPr>
            </a:pPr>
            <a:r>
              <a:t>• Live Product Status: Fully Deployed Working Product on Vercel &amp; GitHub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965960"/>
            <a:ext cx="5212080" cy="4389120"/>
          </a:xfrm>
          <a:prstGeom prst="roundRect">
            <a:avLst/>
          </a:prstGeom>
          <a:solidFill>
            <a:srgbClr val="111C34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home_page_english_178664041956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2011680"/>
            <a:ext cx="5120640" cy="42976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31520" y="6400800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CA3AF"/>
                </a:solidFill>
              </a:defRPr>
            </a:pPr>
            <a:r>
              <a:t>AgriVision AI Platform | SIH 2026 Internal Hackathon | IIT Jodhpur &amp; AIIMS Jodhpur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0B981"/>
                </a:solidFill>
              </a:defRPr>
            </a:pPr>
            <a:r>
              <a:t>SLIDE 2 | PROBLEM &amp; RURAL IMPACT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The Rural Challenge: Fragmented Care &amp; Loss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698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34D399"/>
                </a:solidFill>
              </a:defRPr>
            </a:pPr>
            <a:r>
              <a:t>Why 120M+ Indian Farmers Suffer Severe Annual Losses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011680"/>
            <a:ext cx="10698480" cy="4297680"/>
          </a:xfrm>
          <a:prstGeom prst="roundRect">
            <a:avLst/>
          </a:prstGeom>
          <a:solidFill>
            <a:srgbClr val="111C34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194560"/>
            <a:ext cx="103327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400"/>
              </a:spcAft>
              <a:defRPr sz="1400">
                <a:solidFill>
                  <a:srgbClr val="F3F4F6"/>
                </a:solidFill>
              </a:defRPr>
            </a:pPr>
            <a:r>
              <a:t>• Separated Systems: Farmers rely on fragmented crop tools with ZERO digital diagnostic systems for livestock.</a:t>
            </a:r>
          </a:p>
          <a:p>
            <a:pPr>
              <a:lnSpc>
                <a:spcPct val="120000"/>
              </a:lnSpc>
              <a:spcAft>
                <a:spcPts val="1400"/>
              </a:spcAft>
              <a:defRPr sz="1400">
                <a:solidFill>
                  <a:srgbClr val="F3F4F6"/>
                </a:solidFill>
              </a:defRPr>
            </a:pPr>
            <a:r>
              <a:t>• Acute Specialist Deficit: Severe shortage of rural agronomists &amp; vets (1 veterinarian per 15,000+ livestock in India).</a:t>
            </a:r>
          </a:p>
          <a:p>
            <a:pPr>
              <a:lnSpc>
                <a:spcPct val="120000"/>
              </a:lnSpc>
              <a:spcAft>
                <a:spcPts val="1400"/>
              </a:spcAft>
              <a:defRPr sz="1400">
                <a:solidFill>
                  <a:srgbClr val="F3F4F6"/>
                </a:solidFill>
              </a:defRPr>
            </a:pPr>
            <a:r>
              <a:t>• Catastrophic Shocks: Lumpy Skin Disease &amp; fungal crop blights devastate family incomes within 48 hours.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400800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CA3AF"/>
                </a:solidFill>
              </a:defRPr>
            </a:pPr>
            <a:r>
              <a:t>AgriVision AI Platform | SIH 2026 Internal Hackathon | IIT Jodhpur &amp; AIIMS Jodhpur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0B981"/>
                </a:solidFill>
              </a:defRPr>
            </a:pPr>
            <a:r>
              <a:t>SLIDE 3 | CORE INNOVATION &amp;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The Solution: Unified Dual-Domain AI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698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34D399"/>
                </a:solidFill>
              </a:defRPr>
            </a:pPr>
            <a:r>
              <a:t>Single Digital Gateway for Crop Pathology + Livestock Clinical Triage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011680"/>
            <a:ext cx="5303520" cy="4297680"/>
          </a:xfrm>
          <a:prstGeom prst="roundRect">
            <a:avLst/>
          </a:prstGeom>
          <a:solidFill>
            <a:srgbClr val="111C34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194560"/>
            <a:ext cx="49377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400"/>
              </a:spcAft>
              <a:defRPr sz="1400">
                <a:solidFill>
                  <a:srgbClr val="F3F4F6"/>
                </a:solidFill>
              </a:defRPr>
            </a:pPr>
            <a:r>
              <a:t>• Integrated Doorway: Crop disease detection AND livestock health triage in ONE intuitive interface.</a:t>
            </a:r>
          </a:p>
          <a:p>
            <a:pPr>
              <a:lnSpc>
                <a:spcPct val="120000"/>
              </a:lnSpc>
              <a:spcAft>
                <a:spcPts val="1400"/>
              </a:spcAft>
              <a:defRPr sz="1400">
                <a:solidFill>
                  <a:srgbClr val="F3F4F6"/>
                </a:solidFill>
              </a:defRPr>
            </a:pPr>
            <a:r>
              <a:t>• AIIMS Clinical Triage Protocol: Adapting medical emergency triage scoring to animal epidemiology.</a:t>
            </a:r>
          </a:p>
          <a:p>
            <a:pPr>
              <a:lnSpc>
                <a:spcPct val="120000"/>
              </a:lnSpc>
              <a:spcAft>
                <a:spcPts val="1400"/>
              </a:spcAft>
              <a:defRPr sz="1400">
                <a:solidFill>
                  <a:srgbClr val="F3F4F6"/>
                </a:solidFill>
              </a:defRPr>
            </a:pPr>
            <a:r>
              <a:t>• Hybrid AI Engine: Real-time Multimodal Neural Vision AI + Offline Rural Field Fallback.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965960"/>
            <a:ext cx="5212080" cy="4389120"/>
          </a:xfrm>
          <a:prstGeom prst="roundRect">
            <a:avLst/>
          </a:prstGeom>
          <a:solidFill>
            <a:srgbClr val="111C34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home_page_english_178664041956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2011680"/>
            <a:ext cx="5120640" cy="42976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31520" y="6400800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CA3AF"/>
                </a:solidFill>
              </a:defRPr>
            </a:pPr>
            <a:r>
              <a:t>AgriVision AI Platform | SIH 2026 Internal Hackathon | IIT Jodhpur &amp; AIIMS Jodhpur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0B981"/>
                </a:solidFill>
              </a:defRPr>
            </a:pPr>
            <a:r>
              <a:t>SLIDE 4 | CROP AI PATHOLOGY ENGINE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Live Crop Pathology &amp; ICAR Dosage Calculator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698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34D399"/>
                </a:solidFill>
              </a:defRPr>
            </a:pPr>
            <a:r>
              <a:t>Multi-Image Selection, Live Camera Stream &amp; AI Heatmap Overlay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011680"/>
            <a:ext cx="5303520" cy="4297680"/>
          </a:xfrm>
          <a:prstGeom prst="roundRect">
            <a:avLst/>
          </a:prstGeom>
          <a:solidFill>
            <a:srgbClr val="111C34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194560"/>
            <a:ext cx="49377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400"/>
              </a:spcAft>
              <a:defRPr sz="1400">
                <a:solidFill>
                  <a:srgbClr val="F3F4F6"/>
                </a:solidFill>
              </a:defRPr>
            </a:pPr>
            <a:r>
              <a:t>• Multi-Angle Photo Inspection: Upload up to 5 leaf photos or capture live stream via Mobile/Webcam.</a:t>
            </a:r>
          </a:p>
          <a:p>
            <a:pPr>
              <a:lnSpc>
                <a:spcPct val="120000"/>
              </a:lnSpc>
              <a:spcAft>
                <a:spcPts val="1400"/>
              </a:spcAft>
              <a:defRPr sz="1400">
                <a:solidFill>
                  <a:srgbClr val="F3F4F6"/>
                </a:solidFill>
              </a:defRPr>
            </a:pPr>
            <a:r>
              <a:t>• AI Pathology Heatmap: Visual bounding overlay pinpointing exact leaf lesions and fungal spores.</a:t>
            </a:r>
          </a:p>
          <a:p>
            <a:pPr>
              <a:lnSpc>
                <a:spcPct val="120000"/>
              </a:lnSpc>
              <a:spcAft>
                <a:spcPts val="1400"/>
              </a:spcAft>
              <a:defRPr sz="1400">
                <a:solidFill>
                  <a:srgbClr val="F3F4F6"/>
                </a:solidFill>
              </a:defRPr>
            </a:pPr>
            <a:r>
              <a:t>• ICAR Dosage Calculator: Computes exact chemical spray grams/liters &amp; tank refills based on land area.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965960"/>
            <a:ext cx="5212080" cy="4389120"/>
          </a:xfrm>
          <a:prstGeom prst="roundRect">
            <a:avLst/>
          </a:prstGeom>
          <a:solidFill>
            <a:srgbClr val="111C34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home_page_english_178664041956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2011680"/>
            <a:ext cx="5120640" cy="42976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31520" y="6400800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CA3AF"/>
                </a:solidFill>
              </a:defRPr>
            </a:pPr>
            <a:r>
              <a:t>AgriVision AI Platform | SIH 2026 Internal Hackathon | IIT Jodhpur &amp; AIIMS Jodhpur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0B981"/>
                </a:solidFill>
              </a:defRPr>
            </a:pPr>
            <a:r>
              <a:t>SLIDE 5 | LIVESTOCK TRIAGE &amp; DIGITAL LEDGER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Livestock Emergency Health Triage &amp; Ledger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698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34D399"/>
                </a:solidFill>
              </a:defRPr>
            </a:pPr>
            <a:r>
              <a:t>AIIMS Nursing Triage Protocol + 1-Click Sync to Digital Herd Ledger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011680"/>
            <a:ext cx="5303520" cy="4297680"/>
          </a:xfrm>
          <a:prstGeom prst="roundRect">
            <a:avLst/>
          </a:prstGeom>
          <a:solidFill>
            <a:srgbClr val="111C34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194560"/>
            <a:ext cx="49377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400"/>
              </a:spcAft>
              <a:defRPr sz="1400">
                <a:solidFill>
                  <a:srgbClr val="F3F4F6"/>
                </a:solidFill>
              </a:defRPr>
            </a:pPr>
            <a:r>
              <a:t>• Animal Lesion &amp; Symptom Triage: Evaluates cattle, cow, buffalo, goat, &amp; poultry for FMD, Lumpy Skin, &amp; Mastitis.</a:t>
            </a:r>
          </a:p>
          <a:p>
            <a:pPr>
              <a:lnSpc>
                <a:spcPct val="120000"/>
              </a:lnSpc>
              <a:spcAft>
                <a:spcPts val="1400"/>
              </a:spcAft>
              <a:defRPr sz="1400">
                <a:solidFill>
                  <a:srgbClr val="F3F4F6"/>
                </a:solidFill>
              </a:defRPr>
            </a:pPr>
            <a:r>
              <a:t>• Emergency Action &amp; Vet SOS: Displays Tier-1 emergency steps &amp; direct call button for 1962 Helpline.</a:t>
            </a:r>
          </a:p>
          <a:p>
            <a:pPr>
              <a:lnSpc>
                <a:spcPct val="120000"/>
              </a:lnSpc>
              <a:spcAft>
                <a:spcPts val="1400"/>
              </a:spcAft>
              <a:defRPr sz="1400">
                <a:solidFill>
                  <a:srgbClr val="F3F4F6"/>
                </a:solidFill>
              </a:defRPr>
            </a:pPr>
            <a:r>
              <a:t>• 1-Click Digital Ledger Sync: Automatically logs diagnoses and treatments into Farm &amp; Herd Ledger.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965960"/>
            <a:ext cx="5212080" cy="4389120"/>
          </a:xfrm>
          <a:prstGeom prst="roundRect">
            <a:avLst/>
          </a:prstGeom>
          <a:solidFill>
            <a:srgbClr val="111C34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livestock_triage_17866404301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2011680"/>
            <a:ext cx="5120640" cy="42976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31520" y="6400800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CA3AF"/>
                </a:solidFill>
              </a:defRPr>
            </a:pPr>
            <a:r>
              <a:t>AgriVision AI Platform | SIH 2026 Internal Hackathon | IIT Jodhpur &amp; AIIMS Jodhpur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0B981"/>
                </a:solidFill>
              </a:defRPr>
            </a:pPr>
            <a:r>
              <a:t>SLIDE 6 | ACCESSIBILITY &amp; VOICE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Multilingual Audio Doctor &amp; Conversational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698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34D399"/>
                </a:solidFill>
              </a:defRPr>
            </a:pPr>
            <a:r>
              <a:t>Natural Voice Assistance in Hindi, English, and Marwari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011680"/>
            <a:ext cx="5303520" cy="4297680"/>
          </a:xfrm>
          <a:prstGeom prst="roundRect">
            <a:avLst/>
          </a:prstGeom>
          <a:solidFill>
            <a:srgbClr val="111C34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194560"/>
            <a:ext cx="49377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400"/>
              </a:spcAft>
              <a:defRPr sz="1400">
                <a:solidFill>
                  <a:srgbClr val="F3F4F6"/>
                </a:solidFill>
              </a:defRPr>
            </a:pPr>
            <a:r>
              <a:t>• Conversational Text-To-Speech: Reads out treatment protocols in natural Hindi, English, &amp; Marwari.</a:t>
            </a:r>
          </a:p>
          <a:p>
            <a:pPr>
              <a:lnSpc>
                <a:spcPct val="120000"/>
              </a:lnSpc>
              <a:spcAft>
                <a:spcPts val="1400"/>
              </a:spcAft>
              <a:defRPr sz="1400">
                <a:solidFill>
                  <a:srgbClr val="F3F4F6"/>
                </a:solidFill>
              </a:defRPr>
            </a:pPr>
            <a:r>
              <a:t>• Smart Intent Chatbot: Responds intelligently to Hinglish queries ('meri gaay chara nahi kha rahi he', 'chhale/laar').</a:t>
            </a:r>
          </a:p>
          <a:p>
            <a:pPr>
              <a:lnSpc>
                <a:spcPct val="120000"/>
              </a:lnSpc>
              <a:spcAft>
                <a:spcPts val="1400"/>
              </a:spcAft>
              <a:defRPr sz="1400">
                <a:solidFill>
                  <a:srgbClr val="F3F4F6"/>
                </a:solidFill>
              </a:defRPr>
            </a:pPr>
            <a:r>
              <a:t>• A4 PDF Official Certificate: Generates downloadable single-page official diagnostic reports with seal.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965960"/>
            <a:ext cx="5212080" cy="4389120"/>
          </a:xfrm>
          <a:prstGeom prst="roundRect">
            <a:avLst/>
          </a:prstGeom>
          <a:solidFill>
            <a:srgbClr val="111C34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advisory_alerts_178664044917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2011680"/>
            <a:ext cx="5120640" cy="42976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31520" y="6400800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CA3AF"/>
                </a:solidFill>
              </a:defRPr>
            </a:pPr>
            <a:r>
              <a:t>AgriVision AI Platform | SIH 2026 Internal Hackathon | IIT Jodhpur &amp; AIIMS Jodhpur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0B981"/>
                </a:solidFill>
              </a:defRPr>
            </a:pPr>
            <a:r>
              <a:t>SLIDE 7 | COMPETITIVE EDGE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Clinical Rigor Applied to Agriculture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698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34D399"/>
                </a:solidFill>
              </a:defRPr>
            </a:pPr>
            <a:r>
              <a:t>Unique Competitive Advantage of AIIMS &amp; IIT Jodhpur Leadership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011680"/>
            <a:ext cx="5303520" cy="4297680"/>
          </a:xfrm>
          <a:prstGeom prst="roundRect">
            <a:avLst/>
          </a:prstGeom>
          <a:solidFill>
            <a:srgbClr val="111C34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194560"/>
            <a:ext cx="49377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400"/>
              </a:spcAft>
              <a:defRPr sz="1400">
                <a:solidFill>
                  <a:srgbClr val="F3F4F6"/>
                </a:solidFill>
              </a:defRPr>
            </a:pPr>
            <a:r>
              <a:t>• Medical Triage Precision: Clinical diagnostic workflows applied directly to animal &amp; crop pathology.</a:t>
            </a:r>
          </a:p>
          <a:p>
            <a:pPr>
              <a:lnSpc>
                <a:spcPct val="120000"/>
              </a:lnSpc>
              <a:spcAft>
                <a:spcPts val="1400"/>
              </a:spcAft>
              <a:defRPr sz="1400">
                <a:solidFill>
                  <a:srgbClr val="F3F4F6"/>
                </a:solidFill>
              </a:defRPr>
            </a:pPr>
            <a:r>
              <a:t>• Zero False-Negative Goal: Minimizes diagnostic errors in critical infectious outbreaks.</a:t>
            </a:r>
          </a:p>
          <a:p>
            <a:pPr>
              <a:lnSpc>
                <a:spcPct val="120000"/>
              </a:lnSpc>
              <a:spcAft>
                <a:spcPts val="1400"/>
              </a:spcAft>
              <a:defRPr sz="1400">
                <a:solidFill>
                  <a:srgbClr val="F3F4F6"/>
                </a:solidFill>
              </a:defRPr>
            </a:pPr>
            <a:r>
              <a:t>• Rural-First UX Design: High-contrast dark mode, large touch targets, and low-bandwidth 2G mode support.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965960"/>
            <a:ext cx="5212080" cy="4389120"/>
          </a:xfrm>
          <a:prstGeom prst="roundRect">
            <a:avLst/>
          </a:prstGeom>
          <a:solidFill>
            <a:srgbClr val="111C34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arm_ledger_17866404393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2011680"/>
            <a:ext cx="5120640" cy="42976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31520" y="6400800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CA3AF"/>
                </a:solidFill>
              </a:defRPr>
            </a:pPr>
            <a:r>
              <a:t>AgriVision AI Platform | SIH 2026 Internal Hackathon | IIT Jodhpur &amp; AIIMS Jodhpur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0B981"/>
                </a:solidFill>
              </a:defRPr>
            </a:pPr>
            <a:r>
              <a:t>SLIDE 8 | EPIDEMIC SURVEILLANCE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GIS Outbreak Radar &amp; KVK Early Warning Network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698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34D399"/>
                </a:solidFill>
              </a:defRPr>
            </a:pPr>
            <a:r>
              <a:t>Epidemic Surveillance &amp; Proactive Outbreak Containment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011680"/>
            <a:ext cx="5303520" cy="4297680"/>
          </a:xfrm>
          <a:prstGeom prst="roundRect">
            <a:avLst/>
          </a:prstGeom>
          <a:solidFill>
            <a:srgbClr val="111C34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194560"/>
            <a:ext cx="49377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400"/>
              </a:spcAft>
              <a:defRPr sz="1400">
                <a:solidFill>
                  <a:srgbClr val="F3F4F6"/>
                </a:solidFill>
              </a:defRPr>
            </a:pPr>
            <a:r>
              <a:t>• District Outbreak Heatmap: Real-time telemetry tracking pest/pathogen cases across Western Rajasthan.</a:t>
            </a:r>
          </a:p>
          <a:p>
            <a:pPr>
              <a:lnSpc>
                <a:spcPct val="120000"/>
              </a:lnSpc>
              <a:spcAft>
                <a:spcPts val="1400"/>
              </a:spcAft>
              <a:defRPr sz="1400">
                <a:solidFill>
                  <a:srgbClr val="F3F4F6"/>
                </a:solidFill>
              </a:defRPr>
            </a:pPr>
            <a:r>
              <a:t>• Proactive Radius Alerts: Sends SMS/Voice alerts when Lumpy Skin or Fungal Blight is detected within 15 km.</a:t>
            </a:r>
          </a:p>
          <a:p>
            <a:pPr>
              <a:lnSpc>
                <a:spcPct val="120000"/>
              </a:lnSpc>
              <a:spcAft>
                <a:spcPts val="1400"/>
              </a:spcAft>
              <a:defRPr sz="1400">
                <a:solidFill>
                  <a:srgbClr val="F3F4F6"/>
                </a:solidFill>
              </a:defRPr>
            </a:pPr>
            <a:r>
              <a:t>• Prevents Local Spikes: Enables KVKs and animal husbandry departments to halt regional epidemics early.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965960"/>
            <a:ext cx="5212080" cy="4389120"/>
          </a:xfrm>
          <a:prstGeom prst="roundRect">
            <a:avLst/>
          </a:prstGeom>
          <a:solidFill>
            <a:srgbClr val="111C34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advisory_alerts_178664044917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2011680"/>
            <a:ext cx="5120640" cy="42976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31520" y="6400800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CA3AF"/>
                </a:solidFill>
              </a:defRPr>
            </a:pPr>
            <a:r>
              <a:t>AgriVision AI Platform | SIH 2026 Internal Hackathon | IIT Jodhpur &amp; AIIMS Jodhpur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0B981"/>
                </a:solidFill>
              </a:defRPr>
            </a:pPr>
            <a:r>
              <a:t>SLIDE 9 | PRODUCTION STACK &amp; DEPLOYMENT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Live Production Stack &amp; Deployment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698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34D399"/>
                </a:solidFill>
              </a:defRPr>
            </a:pPr>
            <a:r>
              <a:t>Fully Built, Tested &amp; Deployed Today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011680"/>
            <a:ext cx="5303520" cy="4297680"/>
          </a:xfrm>
          <a:prstGeom prst="roundRect">
            <a:avLst/>
          </a:prstGeom>
          <a:solidFill>
            <a:srgbClr val="111C34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194560"/>
            <a:ext cx="49377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400"/>
              </a:spcAft>
              <a:defRPr sz="1400">
                <a:solidFill>
                  <a:srgbClr val="F3F4F6"/>
                </a:solidFill>
              </a:defRPr>
            </a:pPr>
            <a:r>
              <a:t>• Production Stack: React 18, Vite, Vanilla CSS, Lucide Icons, Canvas API, WebRTC MediaDevices.</a:t>
            </a:r>
          </a:p>
          <a:p>
            <a:pPr>
              <a:lnSpc>
                <a:spcPct val="120000"/>
              </a:lnSpc>
              <a:spcAft>
                <a:spcPts val="1400"/>
              </a:spcAft>
              <a:defRPr sz="1400">
                <a:solidFill>
                  <a:srgbClr val="F3F4F6"/>
                </a:solidFill>
              </a:defRPr>
            </a:pPr>
            <a:r>
              <a:t>• AI Services: Multimodal Neural Vision Model API + Local Edge Diagnostics Engine.</a:t>
            </a:r>
          </a:p>
          <a:p>
            <a:pPr>
              <a:lnSpc>
                <a:spcPct val="120000"/>
              </a:lnSpc>
              <a:spcAft>
                <a:spcPts val="1400"/>
              </a:spcAft>
              <a:defRPr sz="1400">
                <a:solidFill>
                  <a:srgbClr val="F3F4F6"/>
                </a:solidFill>
              </a:defRPr>
            </a:pPr>
            <a:r>
              <a:t>• Live Deployment: Hosted live on Vercel with automatic GitHub CI/CD integration.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965960"/>
            <a:ext cx="5212080" cy="4389120"/>
          </a:xfrm>
          <a:prstGeom prst="roundRect">
            <a:avLst/>
          </a:prstGeom>
          <a:solidFill>
            <a:srgbClr val="111C34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arm_ledger_17866404393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2011680"/>
            <a:ext cx="5120640" cy="42976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31520" y="6400800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CA3AF"/>
                </a:solidFill>
              </a:defRPr>
            </a:pPr>
            <a:r>
              <a:t>AgriVision AI Platform | SIH 2026 Internal Hackathon | IIT Jodhpur &amp; AIIMS Jodhpur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0B981"/>
                </a:solidFill>
              </a:defRPr>
            </a:pPr>
            <a:r>
              <a:t>SLIDE 10 | CONCLUSION &amp; Q&amp;A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Summary &amp; Call to Action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698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34D399"/>
                </a:solidFill>
              </a:defRPr>
            </a:pPr>
            <a:r>
              <a:t>Ready for SIH 2026 Internal Hackathon Evaluation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011680"/>
            <a:ext cx="5303520" cy="4297680"/>
          </a:xfrm>
          <a:prstGeom prst="roundRect">
            <a:avLst/>
          </a:prstGeom>
          <a:solidFill>
            <a:srgbClr val="111C34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194560"/>
            <a:ext cx="49377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400"/>
              </a:spcAft>
              <a:defRPr sz="1400">
                <a:solidFill>
                  <a:srgbClr val="F3F4F6"/>
                </a:solidFill>
              </a:defRPr>
            </a:pPr>
            <a:r>
              <a:t>• 100% Mandate Fulfilled: Crop AI, Livestock Triage, Farm Records, Advisory Services, &amp; Outbreak Radar in one app.</a:t>
            </a:r>
          </a:p>
          <a:p>
            <a:pPr>
              <a:lnSpc>
                <a:spcPct val="120000"/>
              </a:lnSpc>
              <a:spcAft>
                <a:spcPts val="1400"/>
              </a:spcAft>
              <a:defRPr sz="1400">
                <a:solidFill>
                  <a:srgbClr val="F3F4F6"/>
                </a:solidFill>
              </a:defRPr>
            </a:pPr>
            <a:r>
              <a:t>• Fully Functional Live Product: Tested with real crop leaves, cattle lesion photos, and multi-lingual voice audio.</a:t>
            </a:r>
          </a:p>
          <a:p>
            <a:pPr>
              <a:lnSpc>
                <a:spcPct val="120000"/>
              </a:lnSpc>
              <a:spcAft>
                <a:spcPts val="1400"/>
              </a:spcAft>
              <a:defRPr sz="1400">
                <a:solidFill>
                  <a:srgbClr val="F3F4F6"/>
                </a:solidFill>
              </a:defRPr>
            </a:pPr>
            <a:r>
              <a:t>• Thank You! Team AgriVision AI (IIT Jodhpur) is Ready for Evaluator Q&amp;A &amp; Live Demonstration.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965960"/>
            <a:ext cx="5212080" cy="4389120"/>
          </a:xfrm>
          <a:prstGeom prst="roundRect">
            <a:avLst/>
          </a:prstGeom>
          <a:solidFill>
            <a:srgbClr val="111C34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home_page_english_178664041956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2011680"/>
            <a:ext cx="5120640" cy="42976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31520" y="6400800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CA3AF"/>
                </a:solidFill>
              </a:defRPr>
            </a:pPr>
            <a:r>
              <a:t>AgriVision AI Platform | SIH 2026 Internal Hackathon | IIT Jodhpur &amp; AIIMS Jodhpur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