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47857"/>
                </a:solidFill>
              </a:defRPr>
            </a:pPr>
            <a:r>
              <a:t>SLIDE 1  |  PRODUCTION PLATFORM DEPLOYED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65F46"/>
                </a:solidFill>
              </a:defRPr>
            </a:pPr>
            <a:r>
              <a:t>AgriVision AI (Production Platform)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Unified AI Agri-Vision &amp; Veterinary Clinical Diagnostic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303520" cy="4206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Smart India Hackathon 2026 Candidate - IIT Jodhpur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Team Name: NeoMedtech  |  Problem Statement 1: Software Domain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Team Lead: MAHESHIV PRAJAPAT (Asst Nursing Superintendent, AIIMS Jodhpur &amp; MMT Scholar, IIT Jodhpur)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Live Product Status: Fully Deployed Working Product on Vercel &amp; GitHub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2959" y="1975104"/>
            <a:ext cx="5193792" cy="42793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ome_page_english_17866404195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535" y="2011680"/>
            <a:ext cx="512064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Team NeoMedtech  •  AgriVision AI  •  SIH 2026 Internal Hackathon  •  IIT Jodhpur &amp; AIIMS Jodhpur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47857"/>
                </a:solidFill>
              </a:defRPr>
            </a:pPr>
            <a:r>
              <a:t>SLIDE 2  |  PROBLEM &amp; RURAL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65F46"/>
                </a:solidFill>
              </a:defRPr>
            </a:pPr>
            <a:r>
              <a:t>The Rural Challenge: Fragmented Care &amp; 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Why 120M+ Indian Farmers Suffer Severe Annual Losses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10728655" cy="4206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103628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Separated Systems: Farmers rely on fragmented crop tools with ZERO digital diagnostic systems for livestock.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Acute Specialist Deficit: Severe shortage of rural agronomists &amp; vets (1 veterinarian per 15,000+ livestock in India).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Catastrophic Shocks: Lumpy Skin Disease &amp; fungal crop blights devastate family incomes within 48 hours.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Team NeoMedtech  •  AgriVision AI  •  SIH 2026 Internal Hackathon  •  IIT Jodhpur &amp; AIIMS Jodhpur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47857"/>
                </a:solidFill>
              </a:defRPr>
            </a:pPr>
            <a:r>
              <a:t>SLIDE 3  |  CORE INNOVATION &amp;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65F46"/>
                </a:solidFill>
              </a:defRPr>
            </a:pPr>
            <a:r>
              <a:t>The Solution: Unified Dual-Domain AI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Single Digital Gateway for Crop Pathology + Livestock Clinical Triage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303520" cy="4206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Integrated Doorway: Crop disease detection AND livestock health triage in ONE intuitive interface.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AIIMS Clinical Triage Protocol: Adapting medical emergency triage scoring to animal epidemiology.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Hybrid AI Engine: Real-time Multimodal Neural Vision AI + Offline Rural Field Fallback.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2959" y="1975104"/>
            <a:ext cx="5193792" cy="42793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ome_page_english_17866404195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535" y="2011680"/>
            <a:ext cx="512064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Team NeoMedtech  •  AgriVision AI  •  SIH 2026 Internal Hackathon  •  IIT Jodhpur &amp; AIIMS Jodhpur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47857"/>
                </a:solidFill>
              </a:defRPr>
            </a:pPr>
            <a:r>
              <a:t>SLIDE 4  |  CROP AI PATHOLOGY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65F46"/>
                </a:solidFill>
              </a:defRPr>
            </a:pPr>
            <a:r>
              <a:t>Live Crop Pathology &amp; ICAR Dosage Calculator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Multi-Image Selection, Live Camera Stream &amp; AI Heatmap Overlay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303520" cy="4206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Multi-Angle Photo Inspection: Upload up to 5 leaf photos or capture live stream via Mobile/Webcam.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AI Pathology Heatmap: Visual bounding overlay pinpointing exact leaf lesions and fungal spores.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ICAR Dosage Calculator: Computes exact chemical spray grams/liters &amp; tank refills based on land area.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2959" y="1975104"/>
            <a:ext cx="5193792" cy="42793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ome_page_english_17866404195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535" y="2011680"/>
            <a:ext cx="512064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Team NeoMedtech  •  AgriVision AI  •  SIH 2026 Internal Hackathon  •  IIT Jodhpur &amp; AIIMS Jodhpur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47857"/>
                </a:solidFill>
              </a:defRPr>
            </a:pPr>
            <a:r>
              <a:t>SLIDE 5  |  LIVESTOCK TRIAGE &amp; DIGITAL LEDGER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65F46"/>
                </a:solidFill>
              </a:defRPr>
            </a:pPr>
            <a:r>
              <a:t>Livestock Emergency Health Triage &amp; Ledger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AIIMS Nursing Triage Protocol + 1-Click Sync to Digital Herd Ledger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303520" cy="4206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Animal Lesion &amp; Symptom Triage: Evaluates cattle, cow, buffalo, goat, &amp; poultry for FMD, Lumpy Skin, &amp; Mastitis.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Emergency Action &amp; Vet SOS: Displays Tier-1 emergency steps &amp; direct call button for 1962 Helpline.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1-Click Digital Ledger Sync: Automatically logs diagnoses and treatments into Farm &amp; Herd Ledger.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2959" y="1975104"/>
            <a:ext cx="5193792" cy="42793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ivestock_triage_17866404301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535" y="2011680"/>
            <a:ext cx="512064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Team NeoMedtech  •  AgriVision AI  •  SIH 2026 Internal Hackathon  •  IIT Jodhpur &amp; AIIMS Jodhpur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47857"/>
                </a:solidFill>
              </a:defRPr>
            </a:pPr>
            <a:r>
              <a:t>SLIDE 6  |  ACCESSIBILITY &amp; VOICE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65F46"/>
                </a:solidFill>
              </a:defRPr>
            </a:pPr>
            <a:r>
              <a:t>Multilingual Audio Doctor &amp; Conversational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Natural Voice Assistance in Hindi, English, and Marwari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303520" cy="4206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Conversational Text-To-Speech: Reads out treatment protocols in natural Hindi, English, &amp; Marwari.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Smart Intent Chatbot: Responds intelligently to Hinglish queries ('meri gaay chara nahi kha rahi he', 'chhale/laar').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A4 PDF Official Certificate: Generates downloadable single-page official diagnostic reports with seal.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2959" y="1975104"/>
            <a:ext cx="5193792" cy="42793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dvisory_alerts_17866404491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535" y="2011680"/>
            <a:ext cx="512064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Team NeoMedtech  •  AgriVision AI  •  SIH 2026 Internal Hackathon  •  IIT Jodhpur &amp; AIIMS Jodhpur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47857"/>
                </a:solidFill>
              </a:defRPr>
            </a:pPr>
            <a:r>
              <a:t>SLIDE 7  |  TEAM NEOMEDTECH &amp; CLINICAL RIGOR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65F46"/>
                </a:solidFill>
              </a:defRPr>
            </a:pPr>
            <a:r>
              <a:t>Team NeoMedtech: Interdisciplinary Excellence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IIT Jodhpur MMT Scholars &amp; AIIMS Clinical Expertise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303520" cy="4206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✔  MAHESHIV PRAJAPAT (Team Lead): Asst Nursing Superintendent (AIIMS Jodhpur) - Clinical Triage Protocols.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✔  Dr. Eshitaa Panwar (BDS): Clinical Dental &amp; Health Strategy Lead.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✔  SIDDHANT SHENVI (B.Tech): Software Engineering &amp; AI Pipeline Lead.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✔  Mrunal Sonawale (B.Pharma): Pharmacological Remedial &amp; Dosage Protocol Specialist.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✔  KISHORE VIJAYAKUMAR (MedTech): Hardware &amp; Edge Sensor Integration Lead.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✔  MEGHA (Design): Rural User Experience &amp; Visual Communication Lead.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2959" y="1975104"/>
            <a:ext cx="5193792" cy="42793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rm_ledger_17866404393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535" y="2011680"/>
            <a:ext cx="512064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Team NeoMedtech  •  AgriVision AI  •  SIH 2026 Internal Hackathon  •  IIT Jodhpur &amp; AIIMS Jodhpur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47857"/>
                </a:solidFill>
              </a:defRPr>
            </a:pPr>
            <a:r>
              <a:t>SLIDE 8  |  EPIDEMIC SURVEILLANCE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65F46"/>
                </a:solidFill>
              </a:defRPr>
            </a:pPr>
            <a:r>
              <a:t>GIS Outbreak Radar &amp; KVK Early Warning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Epidemic Surveillance &amp; Proactive Outbreak Containment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303520" cy="4206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District Outbreak Heatmap: Real-time telemetry tracking pest/pathogen cases across Western Rajasthan.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Proactive Radius Alerts: Sends SMS/Voice alerts when Lumpy Skin or Fungal Blight is detected within 15 km.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Prevents Local Spikes: Enables KVKs and animal husbandry departments to halt regional epidemics early.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2959" y="1975104"/>
            <a:ext cx="5193792" cy="42793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dvisory_alerts_17866404491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535" y="2011680"/>
            <a:ext cx="512064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Team NeoMedtech  •  AgriVision AI  •  SIH 2026 Internal Hackathon  •  IIT Jodhpur &amp; AIIMS Jodhpur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47857"/>
                </a:solidFill>
              </a:defRPr>
            </a:pPr>
            <a:r>
              <a:t>SLIDE 9  |  PRODUCTION STACK &amp;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65F46"/>
                </a:solidFill>
              </a:defRPr>
            </a:pPr>
            <a:r>
              <a:t>Live Production Stack &amp; Deployment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Fully Built, Tested &amp; Deployed Today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303520" cy="4206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Production Stack: React 18, Vite, Vanilla CSS, Lucide Icons, Canvas API, WebRTC MediaDevices.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AI Services: Multimodal Neural Vision Model API + Local Edge Diagnostics Engine.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Live Deployment: Hosted live on Vercel with automatic GitHub CI/CD integration.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2959" y="1975104"/>
            <a:ext cx="5193792" cy="42793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rm_ledger_17866404393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535" y="2011680"/>
            <a:ext cx="512064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Team NeoMedtech  •  AgriVision AI  •  SIH 2026 Internal Hackathon  •  IIT Jodhpur &amp; AIIMS Jodhpur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47857"/>
                </a:solidFill>
              </a:defRPr>
            </a:pPr>
            <a:r>
              <a:t>SLIDE 10  |  CONCLUSION &amp;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65F46"/>
                </a:solidFill>
              </a:defRPr>
            </a:pPr>
            <a:r>
              <a:t>Summary &amp; Call to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Ready for SIH 2026 Internal Hackathon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303520" cy="4206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100% Mandate Fulfilled: Crop AI, Livestock Triage, Farm Records, Advisory Services, &amp; Outbreak Radar in one app.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Fully Functional Live Product: Tested with real crop leaves, cattle lesion photos, and multi-lingual voice audio.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✔  Thank You! Team NeoMedtech (IIT Jodhpur) is Ready for Evaluator Q&amp;A &amp; Live Demonstration.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2959" y="1975104"/>
            <a:ext cx="5193792" cy="42793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ome_page_english_17866404195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535" y="2011680"/>
            <a:ext cx="512064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Team NeoMedtech  •  AgriVision AI  •  SIH 2026 Internal Hackathon  •  IIT Jodhpur &amp; AIIMS Jodhpur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